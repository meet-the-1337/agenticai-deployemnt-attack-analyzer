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ReconMind: Behavior-Based Security Evaluation for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Detecting Prompt Injection and Exfiltration via ML Behavioral Analysis</a:t>
            </a:r>
          </a:p>
          <a:p/>
          <a:p>
            <a:r>
              <a:t>Motivation &amp; Objective:</a:t>
            </a:r>
          </a:p>
          <a:p>
            <a:r>
              <a:t>Agentic AI systems can invoke tools, access memory, and perform autonomous actions.</a:t>
            </a:r>
          </a:p>
          <a:p>
            <a:r>
              <a:t>Existing evaluation pipelines rely on predefined attack scenarios rather than actual agent behavior, hiding successful compromises.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Evaluation Pipeline &amp; Flaw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defRPr sz="2200"/>
            </a:pPr>
            <a:r>
              <a:t>Original Evaluation Pipeline:</a:t>
            </a:r>
          </a:p>
          <a:p>
            <a:pPr lvl="1">
              <a:defRPr sz="1800"/>
            </a:pPr>
            <a:r>
              <a:t>User Prompt → Mode (Clean/Attack) → Agent Pipeline → Oracle Verification</a:t>
            </a:r>
          </a:p>
          <a:p>
            <a:pPr lvl="2">
              <a:defRPr sz="1800"/>
            </a:pPr>
            <a:r>
              <a:t>Attack Mode → Verified by Oracle | Clean Mode → Automatically labeled Clean</a:t>
            </a:r>
          </a:p>
          <a:p>
            <a:pPr>
              <a:spcBef>
                <a:spcPts val="1400"/>
              </a:spcBef>
              <a:defRPr sz="2200"/>
            </a:pPr>
            <a:r>
              <a:t>Problem Identified:</a:t>
            </a:r>
          </a:p>
          <a:p>
            <a:pPr lvl="1">
              <a:defRPr sz="1800"/>
            </a:pPr>
            <a:r>
              <a:t>Oracle verification depended entirely on evaluation mode.</a:t>
            </a:r>
          </a:p>
          <a:p>
            <a:pPr lvl="1">
              <a:defRPr sz="1800"/>
            </a:pPr>
            <a:r>
              <a:t>Clean-mode executions were never behaviorally verified.</a:t>
            </a:r>
          </a:p>
          <a:p>
            <a:pPr lvl="1">
              <a:defRPr sz="1800"/>
            </a:pPr>
            <a:r>
              <a:t>Successful attacks submitted through normal traffic remained labeled as clean.</a:t>
            </a:r>
          </a:p>
          <a:p>
            <a:pPr>
              <a:spcBef>
                <a:spcPts val="1400"/>
              </a:spcBef>
              <a:defRPr sz="2200"/>
            </a:pPr>
            <a:r>
              <a:t>Impact:</a:t>
            </a:r>
          </a:p>
          <a:p>
            <a:pPr lvl="1">
              <a:defRPr sz="1800"/>
            </a:pPr>
            <a:r>
              <a:t>Incorrect dataset labels led to biased supervision for the ML model.</a:t>
            </a:r>
          </a:p>
          <a:p>
            <a:pPr lvl="1">
              <a:defRPr sz="1800"/>
            </a:pPr>
            <a:r>
              <a:t>Reduced reliability for real-world deployment (false negatives on live attacks).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Oracle (Our 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defRPr sz="2200"/>
            </a:pPr>
            <a:r>
              <a:t>Behavior-Based Verification:</a:t>
            </a:r>
          </a:p>
          <a:p>
            <a:pPr lvl="1">
              <a:defRPr sz="1800"/>
            </a:pPr>
            <a:r>
              <a:t>Instead of relying on evaluation mode, every single execution is verified.</a:t>
            </a:r>
          </a:p>
          <a:p>
            <a:pPr lvl="1">
              <a:defRPr sz="1800"/>
            </a:pPr>
            <a:r>
              <a:t>Ground-truth labels depend on what the agent DID, not how the run was submitted.</a:t>
            </a:r>
          </a:p>
          <a:p>
            <a:pPr>
              <a:spcBef>
                <a:spcPts val="1400"/>
              </a:spcBef>
              <a:defRPr sz="2200"/>
            </a:pPr>
            <a:r>
              <a:t>Behavioral Oracle checks:</a:t>
            </a:r>
          </a:p>
          <a:p>
            <a:pPr lvl="1">
              <a:defRPr sz="1800"/>
            </a:pPr>
            <a:r>
              <a:t>Unauthorized tool usage (escalate_to_admin, update_ticket, send_email)</a:t>
            </a:r>
          </a:p>
          <a:p>
            <a:pPr lvl="1">
              <a:defRPr sz="1800"/>
            </a:pPr>
            <a:r>
              <a:t>Output anomalies (Override instructions, suspicious responses)</a:t>
            </a:r>
          </a:p>
          <a:p>
            <a:pPr lvl="1">
              <a:defRPr sz="1800"/>
            </a:pPr>
            <a:r>
              <a:t>Memory manipulation (Injected instructions, poisoned shared memory)</a:t>
            </a:r>
          </a:p>
          <a:p>
            <a:pPr>
              <a:spcBef>
                <a:spcPts val="1400"/>
              </a:spcBef>
              <a:defRPr sz="2200"/>
            </a:pPr>
            <a:r>
              <a:t>New Pipeline Flow:</a:t>
            </a:r>
          </a:p>
          <a:p>
            <a:pPr lvl="1">
              <a:defRPr sz="1800"/>
            </a:pPr>
            <a:r>
              <a:t>User Prompt → Agent Execution → Behavioral Oracle → Behavior-Based Labels → ML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ReconMind Architecture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defRPr sz="2200"/>
            </a:pPr>
            <a:r>
              <a:t>Multi-Task Deep Learning Classifier:</a:t>
            </a:r>
          </a:p>
          <a:p>
            <a:pPr lvl="1">
              <a:defRPr sz="1800"/>
            </a:pPr>
            <a:r>
              <a:t>BiLSTM + SentenceTransformer architecture processing sequences of agent hops.</a:t>
            </a:r>
          </a:p>
          <a:p>
            <a:pPr lvl="1">
              <a:defRPr sz="1800"/>
            </a:pPr>
            <a:r>
              <a:t>Fuses 384-dimensional text embeddings with 12-dimensional tabular features.</a:t>
            </a:r>
          </a:p>
          <a:p>
            <a:pPr lvl="1">
              <a:defRPr sz="1800"/>
            </a:pPr>
            <a:r>
              <a:t>Multi-task loss (binary detection, attack type, injection outcome).</a:t>
            </a:r>
          </a:p>
          <a:p>
            <a:pPr lvl="1">
              <a:defRPr sz="1800"/>
            </a:pPr>
            <a:r>
              <a:t>Learnable log-variance weighting (Kendall et al.) balances classification heads.</a:t>
            </a:r>
          </a:p>
          <a:p>
            <a:pPr>
              <a:spcBef>
                <a:spcPts val="1400"/>
              </a:spcBef>
              <a:defRPr sz="2200"/>
            </a:pPr>
            <a:r>
              <a:t>Live Console UI (ChatGPT-style Interface):</a:t>
            </a:r>
          </a:p>
          <a:p>
            <a:pPr lvl="1">
              <a:defRPr sz="1800"/>
            </a:pPr>
            <a:r>
              <a:t>Unified interface replaces separate clean/attack toggles for a real-world feel.</a:t>
            </a:r>
          </a:p>
          <a:p>
            <a:pPr lvl="1">
              <a:defRPr sz="1800"/>
            </a:pPr>
            <a:r>
              <a:t>Expandable 3-hop event traces (intake → retrieval → action).</a:t>
            </a:r>
          </a:p>
          <a:p>
            <a:pPr lvl="1">
              <a:defRPr sz="1800"/>
            </a:pPr>
            <a:r>
              <a:t>Real-time ML Inference: ML prediction and confidence score returned instantly alongside the true oracle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Dataset &amp; Relabeling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defRPr sz="2200"/>
            </a:pPr>
            <a:r>
              <a:t>Dataset Composition:</a:t>
            </a:r>
          </a:p>
          <a:p>
            <a:pPr lvl="1">
              <a:defRPr sz="1800"/>
            </a:pPr>
            <a:r>
              <a:t>533 execution traces total.</a:t>
            </a:r>
          </a:p>
          <a:p>
            <a:pPr lvl="1">
              <a:defRPr sz="1800"/>
            </a:pPr>
            <a:r>
              <a:t>Includes multiple vectors: prompt injection, tool misuse, memory poisoning, clean.</a:t>
            </a:r>
          </a:p>
          <a:p>
            <a:pPr>
              <a:spcBef>
                <a:spcPts val="1400"/>
              </a:spcBef>
              <a:defRPr sz="2200"/>
            </a:pPr>
            <a:r>
              <a:t>Relabeling Summary (Applying the Behavioral Oracle):</a:t>
            </a:r>
          </a:p>
          <a:p>
            <a:pPr lvl="1">
              <a:defRPr sz="1800"/>
            </a:pPr>
            <a:r>
              <a:t>155 runs relabeled after strict behavioral verification.</a:t>
            </a:r>
          </a:p>
          <a:p>
            <a:pPr lvl="1">
              <a:defRPr sz="1800"/>
            </a:pPr>
            <a:r>
              <a:t>The oracle caught 108 tool_misuse attacks previously mislabeled as 'clean'.</a:t>
            </a:r>
          </a:p>
          <a:p>
            <a:pPr>
              <a:spcBef>
                <a:spcPts val="1400"/>
              </a:spcBef>
              <a:defRPr sz="2200"/>
            </a:pPr>
            <a:r>
              <a:t>Final Label Distribution:</a:t>
            </a:r>
          </a:p>
          <a:p>
            <a:pPr lvl="1">
              <a:defRPr sz="1800"/>
            </a:pPr>
            <a:r>
              <a:t>Clean: 184 runs</a:t>
            </a:r>
          </a:p>
          <a:p>
            <a:pPr lvl="1">
              <a:defRPr sz="1800"/>
            </a:pPr>
            <a:r>
              <a:t>Partial Success: 162 runs</a:t>
            </a:r>
          </a:p>
          <a:p>
            <a:pPr lvl="1">
              <a:defRPr sz="1800"/>
            </a:pPr>
            <a:r>
              <a:t>Full Success: 187 runs</a:t>
            </a:r>
          </a:p>
          <a:p>
            <a:pPr lvl="1">
              <a:defRPr sz="1800"/>
            </a:pPr>
            <a:r>
              <a:t>Final Binary Attack Rate: 65.5% (Attack) vs 34.5% (Clean)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defRPr sz="2200"/>
            </a:pPr>
            <a:r>
              <a:t>Comparing Mode-Based vs. Behavioral Supervision:</a:t>
            </a:r>
          </a:p>
          <a:p>
            <a:pPr lvl="1">
              <a:defRPr sz="1800"/>
            </a:pPr>
            <a:r>
              <a:t>Metric                  | Mode-Based Oracle | Behavioral Oracle</a:t>
            </a:r>
          </a:p>
          <a:p>
            <a:pPr lvl="1">
              <a:defRPr sz="1800"/>
            </a:pPr>
            <a:r>
              <a:t>Binary F1               | 0.9804            | 0.9650</a:t>
            </a:r>
          </a:p>
          <a:p>
            <a:pPr lvl="1">
              <a:defRPr sz="1800"/>
            </a:pPr>
            <a:r>
              <a:t>Binary ROC-AUC          | 0.9981            | 0.9956</a:t>
            </a:r>
          </a:p>
          <a:p>
            <a:pPr lvl="1">
              <a:defRPr sz="1800"/>
            </a:pPr>
            <a:r>
              <a:t>Outcome Macro F1        | 0.9809            | 0.9428</a:t>
            </a:r>
          </a:p>
          <a:p>
            <a:pPr lvl="1">
              <a:defRPr sz="1800"/>
            </a:pPr>
            <a:r>
              <a:t>Type Macro F1           | 0.7864            | 0.6119</a:t>
            </a:r>
          </a:p>
          <a:p>
            <a:pPr>
              <a:spcBef>
                <a:spcPts val="1400"/>
              </a:spcBef>
              <a:defRPr sz="2200"/>
            </a:pPr>
            <a:r>
              <a:t>Analysis of the Results:</a:t>
            </a:r>
          </a:p>
          <a:p>
            <a:pPr lvl="1">
              <a:defRPr sz="1800"/>
            </a:pPr>
            <a:r>
              <a:t>Binary detection remains extremely strong (F1 = 0.9650). The model reliably detects attacks based on sequence patterns.</a:t>
            </a:r>
          </a:p>
          <a:p>
            <a:pPr lvl="1">
              <a:defRPr sz="1800"/>
            </a:pPr>
            <a:r>
              <a:t>Type classification drops (0.78 → 0.61). This is scientifically correct: when labeling purely by behavior, the boundary between direct injection and tool misuse blurs, making specific forensic classification harder.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defRPr sz="2200"/>
            </a:pPr>
            <a:r>
              <a:t>Research Contributions:</a:t>
            </a:r>
          </a:p>
          <a:p>
            <a:pPr lvl="1">
              <a:defRPr sz="1800"/>
            </a:pPr>
            <a:r>
              <a:t>Platform: Developed ReconMind for end-to-end evaluation of agentic AI security.</a:t>
            </a:r>
          </a:p>
          <a:p>
            <a:pPr lvl="1">
              <a:defRPr sz="1800"/>
            </a:pPr>
            <a:r>
              <a:t>Methodology: Proved the limitations of mode-dependent evaluation and designed a stricter Behavioral Oracle.</a:t>
            </a:r>
          </a:p>
          <a:p>
            <a:pPr lvl="1">
              <a:defRPr sz="1800"/>
            </a:pPr>
            <a:r>
              <a:t>Machine Learning: Generated a corrected behavioral dataset and trained a robust detection model.</a:t>
            </a:r>
          </a:p>
          <a:p>
            <a:pPr>
              <a:spcBef>
                <a:spcPts val="1400"/>
              </a:spcBef>
              <a:defRPr sz="2200"/>
            </a:pPr>
            <a:r>
              <a:t>Key Takeaways:</a:t>
            </a:r>
          </a:p>
          <a:p>
            <a:pPr lvl="1">
              <a:defRPr sz="1800"/>
            </a:pPr>
            <a:r>
              <a:t>Behavior-based labeling produces a more realistic, harder, and honest evaluation.</a:t>
            </a:r>
          </a:p>
          <a:p>
            <a:pPr lvl="1">
              <a:defRPr sz="1800"/>
            </a:pPr>
            <a:r>
              <a:t>Attack-type classification becomes more challenging under strict behavioral supervision.</a:t>
            </a:r>
          </a:p>
          <a:p>
            <a:pPr>
              <a:spcBef>
                <a:spcPts val="1400"/>
              </a:spcBef>
              <a:defRPr sz="2200"/>
            </a:pPr>
            <a:r>
              <a:t>Conclusion:</a:t>
            </a:r>
          </a:p>
          <a:p>
            <a:pPr lvl="1">
              <a:defRPr sz="1800"/>
            </a:pPr>
            <a:r>
              <a:t>Reliable AI security evaluation must verify actual agent behavior rather than relying on experimental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