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ReconMind: Behavior-Based Security Evaluation for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Motivation &amp; Objective</a:t>
            </a:r>
          </a:p>
          <a:p/>
          <a:p>
            <a:r>
              <a:t>Agentic AI systems can invoke tools, access memory, and perform autonomous actions.</a:t>
            </a:r>
          </a:p>
          <a:p>
            <a:r>
              <a:t>Existing evaluation pipelines often rely on predefined attack scenarios rather than actual agent behavior, hiding successful prompt injection attacks during evaluation.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Evaluation Pipeline &amp;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Evaluation Pipeline:</a:t>
            </a:r>
          </a:p>
          <a:p>
            <a:pPr lvl="1"/>
            <a:r>
              <a:t>User Prompt → Mode (Clean / Attack) → Agent Pipeline → Oracle Verification</a:t>
            </a:r>
          </a:p>
          <a:p>
            <a:pPr lvl="2"/>
            <a:r>
              <a:t>Attack Mode → Verified | Clean Mode → Automatically labeled Clean</a:t>
            </a:r>
          </a:p>
          <a:p>
            <a:pPr>
              <a:spcBef>
                <a:spcPts val="1400"/>
              </a:spcBef>
            </a:pPr>
            <a:r>
              <a:t>Problem Identified:</a:t>
            </a:r>
          </a:p>
          <a:p>
            <a:pPr lvl="1"/>
            <a:r>
              <a:t>Oracle verification depended on evaluation mode.</a:t>
            </a:r>
          </a:p>
          <a:p>
            <a:pPr lvl="1"/>
            <a:r>
              <a:t>Clean-mode executions were never behaviorally verified.</a:t>
            </a:r>
          </a:p>
          <a:p>
            <a:pPr lvl="1"/>
            <a:r>
              <a:t>Successful attacks submitted through normal traffic remained labeled as clean.</a:t>
            </a:r>
          </a:p>
          <a:p>
            <a:pPr lvl="1"/>
            <a:r>
              <a:t>Impact: Incorrect dataset labels, ML trained using biased supervision.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Oracle (Our Solution)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Behavior-Based Verification</a:t>
            </a:r>
          </a:p>
          <a:p>
            <a:pPr lvl="1"/>
            <a:r>
              <a:t>Instead of relying on evaluation mode, every execution is verified.</a:t>
            </a:r>
          </a:p>
          <a:p>
            <a:pPr>
              <a:spcBef>
                <a:spcPts val="1400"/>
              </a:spcBef>
            </a:pPr>
            <a:r>
              <a:t>Behavioral Oracle checks:</a:t>
            </a:r>
          </a:p>
          <a:p>
            <a:pPr lvl="1"/>
            <a:r>
              <a:t>Unauthorized tool usage (escalate_to_admin, update_ticket, send_email)</a:t>
            </a:r>
          </a:p>
          <a:p>
            <a:pPr lvl="1"/>
            <a:r>
              <a:t>Output anomalies (Override instructions, Suspicious responses)</a:t>
            </a:r>
          </a:p>
          <a:p>
            <a:pPr lvl="1"/>
            <a:r>
              <a:t>Memory manipulation (Injected instructions, Poisoned shared memory)</a:t>
            </a:r>
          </a:p>
          <a:p>
            <a:pPr>
              <a:spcBef>
                <a:spcPts val="1400"/>
              </a:spcBef>
            </a:pPr>
            <a:r>
              <a:t>New Pipeline:</a:t>
            </a:r>
          </a:p>
          <a:p>
            <a:pPr lvl="1"/>
            <a:r>
              <a:t>User Prompt → Agent Execution → Behavioral Oracle → Behavior-Based Labels → ML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&amp; Relabeling Summary</a:t>
            </a:r>
          </a:p>
          <a:p>
            <a:pPr lvl="1"/>
            <a:r>
              <a:t>533 execution traces (Prompt injection, Tool misuse, Memory poisoning, Clean)</a:t>
            </a:r>
          </a:p>
          <a:p>
            <a:pPr lvl="1"/>
            <a:r>
              <a:t>155 runs relabeled after behavioral verification.</a:t>
            </a:r>
          </a:p>
          <a:p>
            <a:pPr lvl="1"/>
            <a:r>
              <a:t>Final Label Distribution: Clean (184), Partial (162), Full Success (187)</a:t>
            </a:r>
          </a:p>
          <a:p>
            <a:pPr lvl="1"/>
            <a:r>
              <a:t>Binary Attack Rate: 65.5% Attack | 34.5% Clean</a:t>
            </a:r>
          </a:p>
          <a:p>
            <a:pPr>
              <a:spcBef>
                <a:spcPts val="1400"/>
              </a:spcBef>
            </a:pPr>
            <a:r>
              <a:t>Model Performance Comparison:</a:t>
            </a:r>
          </a:p>
          <a:p>
            <a:pPr lvl="1"/>
            <a:r>
              <a:t>Binary F1: 0.9804 (Mode-Based) → 0.9650 (Behavioral)</a:t>
            </a:r>
          </a:p>
          <a:p>
            <a:pPr lvl="1"/>
            <a:r>
              <a:t>ROC-AUC: 0.9981 (Mode-Based) → 0.9956 (Behavioral)</a:t>
            </a:r>
          </a:p>
          <a:p>
            <a:pPr lvl="1"/>
            <a:r>
              <a:t>Outcome F1: 0.9809 (Mode-Based) → 0.9428 (Behavioral)</a:t>
            </a:r>
          </a:p>
          <a:p>
            <a:pPr lvl="1"/>
            <a:r>
              <a:t>Type F1: 0.7864 (Mode-Based) → 0.6119 (Behavioral)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Contributions:</a:t>
            </a:r>
          </a:p>
          <a:p>
            <a:pPr lvl="1"/>
            <a:r>
              <a:t>Platform: Developed ReconMind for evaluating security of agentic AI systems.</a:t>
            </a:r>
          </a:p>
          <a:p>
            <a:pPr lvl="1"/>
            <a:r>
              <a:t>Methodology: Identified limitations of mode-dependent evaluation and designed a Behavioral Oracle.</a:t>
            </a:r>
          </a:p>
          <a:p>
            <a:pPr lvl="1"/>
            <a:r>
              <a:t>Machine Learning: Generated corrected behavioral dataset and trained detection models.</a:t>
            </a:r>
          </a:p>
          <a:p>
            <a:pPr>
              <a:spcBef>
                <a:spcPts val="1400"/>
              </a:spcBef>
            </a:pPr>
            <a:r>
              <a:t>Key Findings:</a:t>
            </a:r>
          </a:p>
          <a:p>
            <a:pPr lvl="1"/>
            <a:r>
              <a:t>Binary attack detection remained strong (F1 = 0.9650).</a:t>
            </a:r>
          </a:p>
          <a:p>
            <a:pPr lvl="1"/>
            <a:r>
              <a:t>Behavior-based labeling produces more realistic evaluation.</a:t>
            </a:r>
          </a:p>
          <a:p>
            <a:pPr lvl="1"/>
            <a:r>
              <a:t>Attack-type classification becomes more challenging under stricter behavioral supervision.</a:t>
            </a:r>
          </a:p>
          <a:p>
            <a:pPr>
              <a:spcBef>
                <a:spcPts val="1400"/>
              </a:spcBef>
              <a:defRPr b="1"/>
            </a:pPr>
            <a:r>
              <a:t>Takeaway: Reliable AI security evaluation should verify actual agent behavior rather than relying on experimental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